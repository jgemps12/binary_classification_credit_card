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7EB9E-A335-4696-90AB-7AAE8FE77DAA}" v="90" dt="2024-11-14T22:21:17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6" autoAdjust="0"/>
    <p:restoredTop sz="94660"/>
  </p:normalViewPr>
  <p:slideViewPr>
    <p:cSldViewPr snapToGrid="0">
      <p:cViewPr varScale="1">
        <p:scale>
          <a:sx n="79" d="100"/>
          <a:sy n="79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llgempel@gmail.com" userId="ca368cf772d71fb4" providerId="LiveId" clId="{0767EB9E-A335-4696-90AB-7AAE8FE77DAA}"/>
    <pc:docChg chg="undo redo custSel addSld modSld">
      <pc:chgData name="billgempel@gmail.com" userId="ca368cf772d71fb4" providerId="LiveId" clId="{0767EB9E-A335-4696-90AB-7AAE8FE77DAA}" dt="2024-11-14T22:24:05.584" v="6373" actId="207"/>
      <pc:docMkLst>
        <pc:docMk/>
      </pc:docMkLst>
      <pc:sldChg chg="modSp mod">
        <pc:chgData name="billgempel@gmail.com" userId="ca368cf772d71fb4" providerId="LiveId" clId="{0767EB9E-A335-4696-90AB-7AAE8FE77DAA}" dt="2024-11-14T22:24:05.584" v="6373" actId="207"/>
        <pc:sldMkLst>
          <pc:docMk/>
          <pc:sldMk cId="291013693" sldId="256"/>
        </pc:sldMkLst>
        <pc:spChg chg="mod">
          <ac:chgData name="billgempel@gmail.com" userId="ca368cf772d71fb4" providerId="LiveId" clId="{0767EB9E-A335-4696-90AB-7AAE8FE77DAA}" dt="2024-11-13T02:45:25.422" v="218" actId="20577"/>
          <ac:spMkLst>
            <pc:docMk/>
            <pc:sldMk cId="291013693" sldId="256"/>
            <ac:spMk id="2" creationId="{29444C3B-A60A-EED3-7CAA-1012103B49B4}"/>
          </ac:spMkLst>
        </pc:spChg>
        <pc:spChg chg="mod">
          <ac:chgData name="billgempel@gmail.com" userId="ca368cf772d71fb4" providerId="LiveId" clId="{0767EB9E-A335-4696-90AB-7AAE8FE77DAA}" dt="2024-11-14T22:24:05.584" v="6373" actId="207"/>
          <ac:spMkLst>
            <pc:docMk/>
            <pc:sldMk cId="291013693" sldId="256"/>
            <ac:spMk id="3" creationId="{76E34651-3532-6012-96A9-5F160789197E}"/>
          </ac:spMkLst>
        </pc:spChg>
      </pc:sldChg>
      <pc:sldChg chg="modSp new mod">
        <pc:chgData name="billgempel@gmail.com" userId="ca368cf772d71fb4" providerId="LiveId" clId="{0767EB9E-A335-4696-90AB-7AAE8FE77DAA}" dt="2024-11-13T02:52:54.931" v="733" actId="20577"/>
        <pc:sldMkLst>
          <pc:docMk/>
          <pc:sldMk cId="2691942500" sldId="257"/>
        </pc:sldMkLst>
        <pc:spChg chg="mod">
          <ac:chgData name="billgempel@gmail.com" userId="ca368cf772d71fb4" providerId="LiveId" clId="{0767EB9E-A335-4696-90AB-7AAE8FE77DAA}" dt="2024-11-13T02:50:23.744" v="554" actId="20577"/>
          <ac:spMkLst>
            <pc:docMk/>
            <pc:sldMk cId="2691942500" sldId="257"/>
            <ac:spMk id="2" creationId="{660959F3-79C0-C4B2-AB1F-5CBC5D52175C}"/>
          </ac:spMkLst>
        </pc:spChg>
        <pc:spChg chg="mod">
          <ac:chgData name="billgempel@gmail.com" userId="ca368cf772d71fb4" providerId="LiveId" clId="{0767EB9E-A335-4696-90AB-7AAE8FE77DAA}" dt="2024-11-13T02:52:54.931" v="733" actId="20577"/>
          <ac:spMkLst>
            <pc:docMk/>
            <pc:sldMk cId="2691942500" sldId="257"/>
            <ac:spMk id="3" creationId="{5792727F-1D02-4EA7-7408-BCE81A0F626F}"/>
          </ac:spMkLst>
        </pc:spChg>
      </pc:sldChg>
      <pc:sldChg chg="modSp new mod">
        <pc:chgData name="billgempel@gmail.com" userId="ca368cf772d71fb4" providerId="LiveId" clId="{0767EB9E-A335-4696-90AB-7AAE8FE77DAA}" dt="2024-11-14T22:19:48.774" v="6170" actId="255"/>
        <pc:sldMkLst>
          <pc:docMk/>
          <pc:sldMk cId="2442642248" sldId="258"/>
        </pc:sldMkLst>
        <pc:spChg chg="mod">
          <ac:chgData name="billgempel@gmail.com" userId="ca368cf772d71fb4" providerId="LiveId" clId="{0767EB9E-A335-4696-90AB-7AAE8FE77DAA}" dt="2024-11-13T22:38:53.844" v="3151" actId="1076"/>
          <ac:spMkLst>
            <pc:docMk/>
            <pc:sldMk cId="2442642248" sldId="258"/>
            <ac:spMk id="2" creationId="{93BED9CB-8CA8-F644-EE82-A41D19F82A87}"/>
          </ac:spMkLst>
        </pc:spChg>
        <pc:spChg chg="mod">
          <ac:chgData name="billgempel@gmail.com" userId="ca368cf772d71fb4" providerId="LiveId" clId="{0767EB9E-A335-4696-90AB-7AAE8FE77DAA}" dt="2024-11-14T22:19:48.774" v="6170" actId="255"/>
          <ac:spMkLst>
            <pc:docMk/>
            <pc:sldMk cId="2442642248" sldId="258"/>
            <ac:spMk id="3" creationId="{0D305426-E92B-55CF-5C0E-80128D3B50DB}"/>
          </ac:spMkLst>
        </pc:spChg>
      </pc:sldChg>
      <pc:sldChg chg="addSp modSp new mod">
        <pc:chgData name="billgempel@gmail.com" userId="ca368cf772d71fb4" providerId="LiveId" clId="{0767EB9E-A335-4696-90AB-7AAE8FE77DAA}" dt="2024-11-14T22:23:37.569" v="6371" actId="1037"/>
        <pc:sldMkLst>
          <pc:docMk/>
          <pc:sldMk cId="868741497" sldId="259"/>
        </pc:sldMkLst>
        <pc:spChg chg="mod">
          <ac:chgData name="billgempel@gmail.com" userId="ca368cf772d71fb4" providerId="LiveId" clId="{0767EB9E-A335-4696-90AB-7AAE8FE77DAA}" dt="2024-11-13T03:51:40.431" v="1723" actId="1076"/>
          <ac:spMkLst>
            <pc:docMk/>
            <pc:sldMk cId="868741497" sldId="259"/>
            <ac:spMk id="2" creationId="{A017400B-08CA-0C54-9E2E-CE98586F3C77}"/>
          </ac:spMkLst>
        </pc:spChg>
        <pc:spChg chg="mod">
          <ac:chgData name="billgempel@gmail.com" userId="ca368cf772d71fb4" providerId="LiveId" clId="{0767EB9E-A335-4696-90AB-7AAE8FE77DAA}" dt="2024-11-13T04:02:10.540" v="1988" actId="20577"/>
          <ac:spMkLst>
            <pc:docMk/>
            <pc:sldMk cId="868741497" sldId="259"/>
            <ac:spMk id="3" creationId="{6F43BE06-BA92-7C89-AF43-A3072BFCABFA}"/>
          </ac:spMkLst>
        </pc:spChg>
        <pc:spChg chg="add mod">
          <ac:chgData name="billgempel@gmail.com" userId="ca368cf772d71fb4" providerId="LiveId" clId="{0767EB9E-A335-4696-90AB-7AAE8FE77DAA}" dt="2024-11-14T22:23:37.569" v="6371" actId="1037"/>
          <ac:spMkLst>
            <pc:docMk/>
            <pc:sldMk cId="868741497" sldId="259"/>
            <ac:spMk id="4" creationId="{325797B8-E41B-FD47-80E3-9941F8A47FDB}"/>
          </ac:spMkLst>
        </pc:spChg>
        <pc:picChg chg="add mod">
          <ac:chgData name="billgempel@gmail.com" userId="ca368cf772d71fb4" providerId="LiveId" clId="{0767EB9E-A335-4696-90AB-7AAE8FE77DAA}" dt="2024-11-14T22:23:18.924" v="6267" actId="1037"/>
          <ac:picMkLst>
            <pc:docMk/>
            <pc:sldMk cId="868741497" sldId="259"/>
            <ac:picMk id="5" creationId="{2326366C-36DF-11DE-9588-964B18A80213}"/>
          </ac:picMkLst>
        </pc:picChg>
        <pc:picChg chg="add mod">
          <ac:chgData name="billgempel@gmail.com" userId="ca368cf772d71fb4" providerId="LiveId" clId="{0767EB9E-A335-4696-90AB-7AAE8FE77DAA}" dt="2024-11-14T22:23:14.685" v="6230" actId="1037"/>
          <ac:picMkLst>
            <pc:docMk/>
            <pc:sldMk cId="868741497" sldId="259"/>
            <ac:picMk id="7" creationId="{68B41E32-0A94-5DDA-C1D1-D385D6010BCF}"/>
          </ac:picMkLst>
        </pc:picChg>
      </pc:sldChg>
      <pc:sldChg chg="addSp modSp new mod">
        <pc:chgData name="billgempel@gmail.com" userId="ca368cf772d71fb4" providerId="LiveId" clId="{0767EB9E-A335-4696-90AB-7AAE8FE77DAA}" dt="2024-11-14T22:22:48.647" v="6190" actId="1036"/>
        <pc:sldMkLst>
          <pc:docMk/>
          <pc:sldMk cId="688247113" sldId="260"/>
        </pc:sldMkLst>
        <pc:spChg chg="mod">
          <ac:chgData name="billgempel@gmail.com" userId="ca368cf772d71fb4" providerId="LiveId" clId="{0767EB9E-A335-4696-90AB-7AAE8FE77DAA}" dt="2024-11-13T04:14:25.935" v="2009" actId="20577"/>
          <ac:spMkLst>
            <pc:docMk/>
            <pc:sldMk cId="688247113" sldId="260"/>
            <ac:spMk id="2" creationId="{5C884D7F-88B3-102D-8134-7FA9A0090BF5}"/>
          </ac:spMkLst>
        </pc:spChg>
        <pc:spChg chg="mod">
          <ac:chgData name="billgempel@gmail.com" userId="ca368cf772d71fb4" providerId="LiveId" clId="{0767EB9E-A335-4696-90AB-7AAE8FE77DAA}" dt="2024-11-14T21:57:04.117" v="5042" actId="207"/>
          <ac:spMkLst>
            <pc:docMk/>
            <pc:sldMk cId="688247113" sldId="260"/>
            <ac:spMk id="3" creationId="{9B98887B-A227-D77D-7CD0-801F8ED3C707}"/>
          </ac:spMkLst>
        </pc:spChg>
        <pc:picChg chg="add mod">
          <ac:chgData name="billgempel@gmail.com" userId="ca368cf772d71fb4" providerId="LiveId" clId="{0767EB9E-A335-4696-90AB-7AAE8FE77DAA}" dt="2024-11-14T22:22:48.647" v="6190" actId="1036"/>
          <ac:picMkLst>
            <pc:docMk/>
            <pc:sldMk cId="688247113" sldId="260"/>
            <ac:picMk id="5" creationId="{CAA31351-3F97-A4E3-950E-B099935380B9}"/>
          </ac:picMkLst>
        </pc:picChg>
      </pc:sldChg>
      <pc:sldChg chg="addSp delSp modSp new mod">
        <pc:chgData name="billgempel@gmail.com" userId="ca368cf772d71fb4" providerId="LiveId" clId="{0767EB9E-A335-4696-90AB-7AAE8FE77DAA}" dt="2024-11-14T22:07:02.106" v="5799" actId="1076"/>
        <pc:sldMkLst>
          <pc:docMk/>
          <pc:sldMk cId="1986165375" sldId="261"/>
        </pc:sldMkLst>
        <pc:spChg chg="mod">
          <ac:chgData name="billgempel@gmail.com" userId="ca368cf772d71fb4" providerId="LiveId" clId="{0767EB9E-A335-4696-90AB-7AAE8FE77DAA}" dt="2024-11-13T04:33:04.597" v="2516" actId="1076"/>
          <ac:spMkLst>
            <pc:docMk/>
            <pc:sldMk cId="1986165375" sldId="261"/>
            <ac:spMk id="2" creationId="{F66FF05E-8854-FE01-F557-C83F17B1BD86}"/>
          </ac:spMkLst>
        </pc:spChg>
        <pc:spChg chg="add mod">
          <ac:chgData name="billgempel@gmail.com" userId="ca368cf772d71fb4" providerId="LiveId" clId="{0767EB9E-A335-4696-90AB-7AAE8FE77DAA}" dt="2024-11-14T22:07:02.106" v="5799" actId="1076"/>
          <ac:spMkLst>
            <pc:docMk/>
            <pc:sldMk cId="1986165375" sldId="261"/>
            <ac:spMk id="3" creationId="{67C8CD7D-5742-C7C3-015E-69CEE045FA3F}"/>
          </ac:spMkLst>
        </pc:spChg>
        <pc:spChg chg="add del mod">
          <ac:chgData name="billgempel@gmail.com" userId="ca368cf772d71fb4" providerId="LiveId" clId="{0767EB9E-A335-4696-90AB-7AAE8FE77DAA}" dt="2024-11-13T04:28:32.027" v="2310" actId="21"/>
          <ac:spMkLst>
            <pc:docMk/>
            <pc:sldMk cId="1986165375" sldId="261"/>
            <ac:spMk id="3" creationId="{76992EA8-3A29-C93C-FC3E-A2AB12B6B88B}"/>
          </ac:spMkLst>
        </pc:spChg>
        <pc:spChg chg="add mod">
          <ac:chgData name="billgempel@gmail.com" userId="ca368cf772d71fb4" providerId="LiveId" clId="{0767EB9E-A335-4696-90AB-7AAE8FE77DAA}" dt="2024-11-13T04:32:22.363" v="2510" actId="20577"/>
          <ac:spMkLst>
            <pc:docMk/>
            <pc:sldMk cId="1986165375" sldId="261"/>
            <ac:spMk id="4" creationId="{76992EA8-3A29-C93C-FC3E-A2AB12B6B88B}"/>
          </ac:spMkLst>
        </pc:spChg>
        <pc:spChg chg="add mod">
          <ac:chgData name="billgempel@gmail.com" userId="ca368cf772d71fb4" providerId="LiveId" clId="{0767EB9E-A335-4696-90AB-7AAE8FE77DAA}" dt="2024-11-13T04:33:01.561" v="2515" actId="1076"/>
          <ac:spMkLst>
            <pc:docMk/>
            <pc:sldMk cId="1986165375" sldId="261"/>
            <ac:spMk id="5" creationId="{5E9F3725-3D80-7B18-267F-90ABCD048CAB}"/>
          </ac:spMkLst>
        </pc:spChg>
        <pc:picChg chg="add mod">
          <ac:chgData name="billgempel@gmail.com" userId="ca368cf772d71fb4" providerId="LiveId" clId="{0767EB9E-A335-4696-90AB-7AAE8FE77DAA}" dt="2024-11-13T04:33:36.023" v="2525" actId="1076"/>
          <ac:picMkLst>
            <pc:docMk/>
            <pc:sldMk cId="1986165375" sldId="261"/>
            <ac:picMk id="7" creationId="{FD0750E7-DBD8-1BB3-93E9-3F914BB607B9}"/>
          </ac:picMkLst>
        </pc:picChg>
        <pc:picChg chg="add mod">
          <ac:chgData name="billgempel@gmail.com" userId="ca368cf772d71fb4" providerId="LiveId" clId="{0767EB9E-A335-4696-90AB-7AAE8FE77DAA}" dt="2024-11-13T04:33:23.020" v="2521" actId="14100"/>
          <ac:picMkLst>
            <pc:docMk/>
            <pc:sldMk cId="1986165375" sldId="261"/>
            <ac:picMk id="9" creationId="{F2744122-E01B-4E3A-B4C3-319BA5F2E3AD}"/>
          </ac:picMkLst>
        </pc:picChg>
        <pc:picChg chg="add mod">
          <ac:chgData name="billgempel@gmail.com" userId="ca368cf772d71fb4" providerId="LiveId" clId="{0767EB9E-A335-4696-90AB-7AAE8FE77DAA}" dt="2024-11-13T04:33:25.835" v="2522" actId="1076"/>
          <ac:picMkLst>
            <pc:docMk/>
            <pc:sldMk cId="1986165375" sldId="261"/>
            <ac:picMk id="11" creationId="{01F70DD5-FE61-9378-8115-A0D69D967C73}"/>
          </ac:picMkLst>
        </pc:picChg>
        <pc:picChg chg="add mod">
          <ac:chgData name="billgempel@gmail.com" userId="ca368cf772d71fb4" providerId="LiveId" clId="{0767EB9E-A335-4696-90AB-7AAE8FE77DAA}" dt="2024-11-14T22:06:00.406" v="5656" actId="1037"/>
          <ac:picMkLst>
            <pc:docMk/>
            <pc:sldMk cId="1986165375" sldId="261"/>
            <ac:picMk id="13" creationId="{DC5E0379-5A2C-DD2F-5A38-C3A9CEBACB85}"/>
          </ac:picMkLst>
        </pc:picChg>
      </pc:sldChg>
      <pc:sldChg chg="modSp new mod">
        <pc:chgData name="billgempel@gmail.com" userId="ca368cf772d71fb4" providerId="LiveId" clId="{0767EB9E-A335-4696-90AB-7AAE8FE77DAA}" dt="2024-11-14T22:20:46.914" v="6187" actId="20577"/>
        <pc:sldMkLst>
          <pc:docMk/>
          <pc:sldMk cId="1075354714" sldId="262"/>
        </pc:sldMkLst>
        <pc:spChg chg="mod">
          <ac:chgData name="billgempel@gmail.com" userId="ca368cf772d71fb4" providerId="LiveId" clId="{0767EB9E-A335-4696-90AB-7AAE8FE77DAA}" dt="2024-11-14T22:14:41.098" v="6065" actId="1076"/>
          <ac:spMkLst>
            <pc:docMk/>
            <pc:sldMk cId="1075354714" sldId="262"/>
            <ac:spMk id="2" creationId="{CC0E1D68-68B1-A167-D08C-78CE0A288B3B}"/>
          </ac:spMkLst>
        </pc:spChg>
        <pc:spChg chg="mod">
          <ac:chgData name="billgempel@gmail.com" userId="ca368cf772d71fb4" providerId="LiveId" clId="{0767EB9E-A335-4696-90AB-7AAE8FE77DAA}" dt="2024-11-14T22:20:46.914" v="6187" actId="20577"/>
          <ac:spMkLst>
            <pc:docMk/>
            <pc:sldMk cId="1075354714" sldId="262"/>
            <ac:spMk id="3" creationId="{D0CD7B5A-3F76-0437-E5F3-B3B5C4FB1B35}"/>
          </ac:spMkLst>
        </pc:spChg>
      </pc:sldChg>
      <pc:sldChg chg="addSp delSp modSp add mod">
        <pc:chgData name="billgempel@gmail.com" userId="ca368cf772d71fb4" providerId="LiveId" clId="{0767EB9E-A335-4696-90AB-7AAE8FE77DAA}" dt="2024-11-14T22:03:32.435" v="5241" actId="1037"/>
        <pc:sldMkLst>
          <pc:docMk/>
          <pc:sldMk cId="1153662072" sldId="263"/>
        </pc:sldMkLst>
        <pc:spChg chg="del">
          <ac:chgData name="billgempel@gmail.com" userId="ca368cf772d71fb4" providerId="LiveId" clId="{0767EB9E-A335-4696-90AB-7AAE8FE77DAA}" dt="2024-11-13T22:58:53.783" v="3815" actId="478"/>
          <ac:spMkLst>
            <pc:docMk/>
            <pc:sldMk cId="1153662072" sldId="263"/>
            <ac:spMk id="2" creationId="{C13ED35B-96FF-1CAA-21A0-58C8EEA3334D}"/>
          </ac:spMkLst>
        </pc:spChg>
        <pc:spChg chg="del mod">
          <ac:chgData name="billgempel@gmail.com" userId="ca368cf772d71fb4" providerId="LiveId" clId="{0767EB9E-A335-4696-90AB-7AAE8FE77DAA}" dt="2024-11-13T22:58:38.275" v="3810" actId="478"/>
          <ac:spMkLst>
            <pc:docMk/>
            <pc:sldMk cId="1153662072" sldId="263"/>
            <ac:spMk id="3" creationId="{96E69E5A-7D47-32E1-348A-B187F9E3D27F}"/>
          </ac:spMkLst>
        </pc:spChg>
        <pc:spChg chg="add del mod">
          <ac:chgData name="billgempel@gmail.com" userId="ca368cf772d71fb4" providerId="LiveId" clId="{0767EB9E-A335-4696-90AB-7AAE8FE77DAA}" dt="2024-11-13T22:58:55.841" v="3816" actId="478"/>
          <ac:spMkLst>
            <pc:docMk/>
            <pc:sldMk cId="1153662072" sldId="263"/>
            <ac:spMk id="5" creationId="{73BE3710-4C5D-1B0D-B11D-A6D021A13E6C}"/>
          </ac:spMkLst>
        </pc:spChg>
        <pc:spChg chg="add del mod">
          <ac:chgData name="billgempel@gmail.com" userId="ca368cf772d71fb4" providerId="LiveId" clId="{0767EB9E-A335-4696-90AB-7AAE8FE77DAA}" dt="2024-11-14T21:28:34.044" v="4189"/>
          <ac:spMkLst>
            <pc:docMk/>
            <pc:sldMk cId="1153662072" sldId="263"/>
            <ac:spMk id="10" creationId="{DCDFEA3D-3E8C-5A4F-3089-63B0C10A63AA}"/>
          </ac:spMkLst>
        </pc:spChg>
        <pc:spChg chg="add mod">
          <ac:chgData name="billgempel@gmail.com" userId="ca368cf772d71fb4" providerId="LiveId" clId="{0767EB9E-A335-4696-90AB-7AAE8FE77DAA}" dt="2024-11-14T22:03:14.035" v="5225" actId="1035"/>
          <ac:spMkLst>
            <pc:docMk/>
            <pc:sldMk cId="1153662072" sldId="263"/>
            <ac:spMk id="11" creationId="{F95AF375-746F-35FB-815F-17F286C380ED}"/>
          </ac:spMkLst>
        </pc:spChg>
        <pc:spChg chg="add mod">
          <ac:chgData name="billgempel@gmail.com" userId="ca368cf772d71fb4" providerId="LiveId" clId="{0767EB9E-A335-4696-90AB-7AAE8FE77DAA}" dt="2024-11-14T22:03:32.435" v="5241" actId="1037"/>
          <ac:spMkLst>
            <pc:docMk/>
            <pc:sldMk cId="1153662072" sldId="263"/>
            <ac:spMk id="12" creationId="{1163C5CE-CD02-609F-01AE-A70299E7C59A}"/>
          </ac:spMkLst>
        </pc:spChg>
        <pc:spChg chg="add del mod">
          <ac:chgData name="billgempel@gmail.com" userId="ca368cf772d71fb4" providerId="LiveId" clId="{0767EB9E-A335-4696-90AB-7AAE8FE77DAA}" dt="2024-11-14T21:38:00.859" v="4787" actId="478"/>
          <ac:spMkLst>
            <pc:docMk/>
            <pc:sldMk cId="1153662072" sldId="263"/>
            <ac:spMk id="15" creationId="{85385A29-5D92-D1A8-6D4F-8AAC7D77B1FC}"/>
          </ac:spMkLst>
        </pc:spChg>
        <pc:picChg chg="add mod">
          <ac:chgData name="billgempel@gmail.com" userId="ca368cf772d71fb4" providerId="LiveId" clId="{0767EB9E-A335-4696-90AB-7AAE8FE77DAA}" dt="2024-11-14T21:34:56.816" v="4768" actId="14100"/>
          <ac:picMkLst>
            <pc:docMk/>
            <pc:sldMk cId="1153662072" sldId="263"/>
            <ac:picMk id="7" creationId="{C4F193B9-7F91-A689-4D9A-9CB3BCDE5A74}"/>
          </ac:picMkLst>
        </pc:picChg>
        <pc:picChg chg="add del mod">
          <ac:chgData name="billgempel@gmail.com" userId="ca368cf772d71fb4" providerId="LiveId" clId="{0767EB9E-A335-4696-90AB-7AAE8FE77DAA}" dt="2024-11-14T21:33:42.807" v="4671" actId="478"/>
          <ac:picMkLst>
            <pc:docMk/>
            <pc:sldMk cId="1153662072" sldId="263"/>
            <ac:picMk id="9" creationId="{216B625D-5E65-C7B5-7E01-2CEDB0674794}"/>
          </ac:picMkLst>
        </pc:picChg>
        <pc:picChg chg="add mod">
          <ac:chgData name="billgempel@gmail.com" userId="ca368cf772d71fb4" providerId="LiveId" clId="{0767EB9E-A335-4696-90AB-7AAE8FE77DAA}" dt="2024-11-14T21:35:03.583" v="4770" actId="1076"/>
          <ac:picMkLst>
            <pc:docMk/>
            <pc:sldMk cId="1153662072" sldId="263"/>
            <ac:picMk id="14" creationId="{C61193D8-3FAB-C6F8-470D-F41C4B89EE83}"/>
          </ac:picMkLst>
        </pc:picChg>
        <pc:picChg chg="add mod">
          <ac:chgData name="billgempel@gmail.com" userId="ca368cf772d71fb4" providerId="LiveId" clId="{0767EB9E-A335-4696-90AB-7AAE8FE77DAA}" dt="2024-11-14T21:37:58.023" v="4786" actId="1076"/>
          <ac:picMkLst>
            <pc:docMk/>
            <pc:sldMk cId="1153662072" sldId="263"/>
            <ac:picMk id="17" creationId="{9070578B-5495-D162-024C-CF51A8389526}"/>
          </ac:picMkLst>
        </pc:picChg>
        <pc:picChg chg="add del mod">
          <ac:chgData name="billgempel@gmail.com" userId="ca368cf772d71fb4" providerId="LiveId" clId="{0767EB9E-A335-4696-90AB-7AAE8FE77DAA}" dt="2024-11-13T23:00:27.932" v="3859" actId="478"/>
          <ac:picMkLst>
            <pc:docMk/>
            <pc:sldMk cId="1153662072" sldId="263"/>
            <ac:picMk id="1026" creationId="{FC0F1DB0-EDF2-9929-9B0B-C0FCF6C81D42}"/>
          </ac:picMkLst>
        </pc:picChg>
      </pc:sldChg>
      <pc:sldChg chg="modSp new mod">
        <pc:chgData name="billgempel@gmail.com" userId="ca368cf772d71fb4" providerId="LiveId" clId="{0767EB9E-A335-4696-90AB-7AAE8FE77DAA}" dt="2024-11-14T22:21:22.039" v="6188" actId="207"/>
        <pc:sldMkLst>
          <pc:docMk/>
          <pc:sldMk cId="4256803544" sldId="264"/>
        </pc:sldMkLst>
        <pc:spChg chg="mod">
          <ac:chgData name="billgempel@gmail.com" userId="ca368cf772d71fb4" providerId="LiveId" clId="{0767EB9E-A335-4696-90AB-7AAE8FE77DAA}" dt="2024-11-14T21:14:43.137" v="3967" actId="20577"/>
          <ac:spMkLst>
            <pc:docMk/>
            <pc:sldMk cId="4256803544" sldId="264"/>
            <ac:spMk id="2" creationId="{50D3EEE5-FC05-6989-7D96-96EA12B96843}"/>
          </ac:spMkLst>
        </pc:spChg>
        <pc:spChg chg="mod">
          <ac:chgData name="billgempel@gmail.com" userId="ca368cf772d71fb4" providerId="LiveId" clId="{0767EB9E-A335-4696-90AB-7AAE8FE77DAA}" dt="2024-11-14T22:21:22.039" v="6188" actId="207"/>
          <ac:spMkLst>
            <pc:docMk/>
            <pc:sldMk cId="4256803544" sldId="264"/>
            <ac:spMk id="3" creationId="{02B52C44-41A7-E9F1-B5A3-FEFD8C4783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61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83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27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8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2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0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7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2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3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49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43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2375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88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79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74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12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871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35EE9B5-4EC7-45E7-94E8-B77C520AFB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0617A78-B7A6-4977-BFC6-1A4EA75F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7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ikdifos/credit-card-approval-" TargetMode="External"/><Relationship Id="rId7" Type="http://schemas.openxmlformats.org/officeDocument/2006/relationships/hyperlink" Target="https://www.kaggle.com/code/frotfl1pp/credit-card-approval-prediction" TargetMode="Externa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hyperlink" Target="https://www.geeksforgeeks.org/stratified-k-fold-cross-validation/" TargetMode="External"/><Relationship Id="rId4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4C3B-A60A-EED3-7CAA-1012103B49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CREDIT CARD APPROVAL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34651-3532-6012-96A9-5F1607891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886199"/>
            <a:ext cx="8689976" cy="16710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By Jesse Gempel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UNIVERSITY OF MISSOURI-ST. Louis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CMP SCI 4200-001</a:t>
            </a:r>
          </a:p>
        </p:txBody>
      </p:sp>
    </p:spTree>
    <p:extLst>
      <p:ext uri="{BB962C8B-B14F-4D97-AF65-F5344CB8AC3E}">
        <p14:creationId xmlns:p14="http://schemas.microsoft.com/office/powerpoint/2010/main" val="291013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959F3-79C0-C4B2-AB1F-5CBC5D52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PROBLEM 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2727F-1D02-4EA7-7408-BCE81A0F62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400" b="1" u="sng" dirty="0"/>
              <a:t>Problem</a:t>
            </a:r>
            <a:r>
              <a:rPr lang="en-US" sz="2400" dirty="0"/>
              <a:t>: is a customer creditworthy enough for a credit card?</a:t>
            </a:r>
          </a:p>
          <a:p>
            <a:r>
              <a:rPr lang="en-US" sz="2400" b="1" u="sng" dirty="0"/>
              <a:t>GOAL</a:t>
            </a:r>
            <a:r>
              <a:rPr lang="en-US" sz="2400" dirty="0"/>
              <a:t>: predict whether a client should be </a:t>
            </a:r>
            <a:r>
              <a:rPr lang="en-US" sz="2400" i="1" dirty="0"/>
              <a:t>approved</a:t>
            </a:r>
            <a:r>
              <a:rPr lang="en-US" sz="2400" dirty="0"/>
              <a:t> or </a:t>
            </a:r>
            <a:r>
              <a:rPr lang="en-US" sz="2400" i="1" dirty="0"/>
              <a:t>rejected</a:t>
            </a:r>
            <a:r>
              <a:rPr lang="en-US" sz="2400" dirty="0"/>
              <a:t> from receiving a credit card from a bank</a:t>
            </a:r>
          </a:p>
          <a:p>
            <a:r>
              <a:rPr lang="en-US" sz="2400" b="1" u="sng" dirty="0"/>
              <a:t>Solution</a:t>
            </a:r>
            <a:r>
              <a:rPr lang="en-US" sz="2400" dirty="0"/>
              <a:t>: implement binary classification in a model</a:t>
            </a:r>
          </a:p>
          <a:p>
            <a:pPr lvl="1"/>
            <a:r>
              <a:rPr lang="en-US" sz="2200" dirty="0"/>
              <a:t>0 = customer is </a:t>
            </a:r>
            <a:r>
              <a:rPr lang="en-US" sz="2200" b="1" dirty="0"/>
              <a:t>DENIED</a:t>
            </a:r>
            <a:endParaRPr lang="en-US" sz="2200" dirty="0"/>
          </a:p>
          <a:p>
            <a:pPr lvl="1"/>
            <a:r>
              <a:rPr lang="en-US" sz="2200" dirty="0"/>
              <a:t>1= CUSTOMER IS </a:t>
            </a:r>
            <a:r>
              <a:rPr lang="en-US" sz="2200" b="1" dirty="0"/>
              <a:t>APPROVED</a:t>
            </a:r>
            <a:endParaRPr lang="en-US" sz="2200" dirty="0"/>
          </a:p>
          <a:p>
            <a:endParaRPr lang="en-US" sz="2400" b="1" u="sng" dirty="0"/>
          </a:p>
        </p:txBody>
      </p:sp>
    </p:spTree>
    <p:extLst>
      <p:ext uri="{BB962C8B-B14F-4D97-AF65-F5344CB8AC3E}">
        <p14:creationId xmlns:p14="http://schemas.microsoft.com/office/powerpoint/2010/main" val="2691942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ED9CB-8CA8-F644-EE82-A41D19F82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87375"/>
            <a:ext cx="10364451" cy="1596177"/>
          </a:xfrm>
        </p:spPr>
        <p:txBody>
          <a:bodyPr/>
          <a:lstStyle/>
          <a:p>
            <a:r>
              <a:rPr lang="en-US" dirty="0"/>
              <a:t>Sources?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05426-E92B-55CF-5C0E-80128D3B50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8" y="1284790"/>
            <a:ext cx="10631426" cy="494239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Two .csv files from Kaggle.com</a:t>
            </a:r>
            <a:r>
              <a:rPr lang="en-US" sz="2800" baseline="30000" dirty="0">
                <a:solidFill>
                  <a:schemeClr val="tx2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baseline="30000" dirty="0">
                <a:solidFill>
                  <a:schemeClr val="tx2"/>
                </a:solidFill>
                <a:latin typeface="Aptos" panose="020B0004020202020204" pitchFamily="34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</a:t>
            </a:r>
            <a:endParaRPr lang="en-US" sz="2800" dirty="0">
              <a:solidFill>
                <a:schemeClr val="tx2"/>
              </a:solidFill>
            </a:endParaRPr>
          </a:p>
          <a:p>
            <a:pPr lvl="1"/>
            <a:r>
              <a:rPr lang="en-US" sz="2400" b="1" u="sng" dirty="0"/>
              <a:t>APPLICATION DATA.csv</a:t>
            </a:r>
            <a:r>
              <a:rPr lang="en-US" sz="2400" baseline="300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—Stores customers’ information shared to bank from a completed application. </a:t>
            </a:r>
            <a:r>
              <a:rPr lang="en-US" sz="2400" kern="100" dirty="0">
                <a:solidFill>
                  <a:schemeClr val="tx2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2400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lvl="2"/>
            <a:r>
              <a:rPr lang="en-US" sz="2100" kern="0" dirty="0">
                <a:ea typeface="Times New Roman" panose="02020603050405020304" pitchFamily="18" charset="0"/>
              </a:rPr>
              <a:t>18 </a:t>
            </a:r>
            <a:r>
              <a:rPr lang="en-US" sz="2100" kern="0" dirty="0">
                <a:effectLst/>
                <a:ea typeface="Times New Roman" panose="02020603050405020304" pitchFamily="18" charset="0"/>
              </a:rPr>
              <a:t>Attributes (10 Predictors):</a:t>
            </a:r>
            <a:endParaRPr lang="en-US" sz="2100" kern="0" dirty="0">
              <a:ea typeface="Times New Roman" panose="02020603050405020304" pitchFamily="18" charset="0"/>
            </a:endParaRPr>
          </a:p>
          <a:p>
            <a:pPr lvl="3"/>
            <a:r>
              <a:rPr lang="en-US" sz="1900" kern="0" dirty="0">
                <a:effectLst/>
                <a:ea typeface="Times New Roman" panose="02020603050405020304" pitchFamily="18" charset="0"/>
              </a:rPr>
              <a:t>ID,  *</a:t>
            </a:r>
            <a:r>
              <a:rPr lang="en-US" sz="1900" b="1" kern="0" dirty="0">
                <a:effectLst/>
                <a:ea typeface="Times New Roman" panose="02020603050405020304" pitchFamily="18" charset="0"/>
              </a:rPr>
              <a:t>Car ownership</a:t>
            </a:r>
            <a:r>
              <a:rPr lang="en-US" sz="1900" kern="0" dirty="0">
                <a:effectLst/>
                <a:ea typeface="Times New Roman" panose="02020603050405020304" pitchFamily="18" charset="0"/>
              </a:rPr>
              <a:t>,  *</a:t>
            </a:r>
            <a:r>
              <a:rPr lang="en-US" sz="1900" b="1" kern="0" dirty="0">
                <a:effectLst/>
                <a:ea typeface="Times New Roman" panose="02020603050405020304" pitchFamily="18" charset="0"/>
              </a:rPr>
              <a:t>realty ownership</a:t>
            </a:r>
            <a:r>
              <a:rPr lang="en-US" sz="1900" kern="0" dirty="0">
                <a:effectLst/>
                <a:ea typeface="Times New Roman" panose="02020603050405020304" pitchFamily="18" charset="0"/>
              </a:rPr>
              <a:t>,  *</a:t>
            </a:r>
            <a:r>
              <a:rPr lang="en-US" sz="1900" b="1" kern="0" dirty="0">
                <a:effectLst/>
                <a:ea typeface="Times New Roman" panose="02020603050405020304" pitchFamily="18" charset="0"/>
              </a:rPr>
              <a:t>yearly income</a:t>
            </a:r>
            <a:r>
              <a:rPr lang="en-US" sz="1900" kern="0" dirty="0">
                <a:effectLst/>
                <a:ea typeface="Times New Roman" panose="02020603050405020304" pitchFamily="18" charset="0"/>
              </a:rPr>
              <a:t>,  *</a:t>
            </a:r>
            <a:r>
              <a:rPr lang="en-US" sz="1900" b="1" kern="0" dirty="0">
                <a:effectLst/>
                <a:ea typeface="Times New Roman" panose="02020603050405020304" pitchFamily="18" charset="0"/>
              </a:rPr>
              <a:t>income type</a:t>
            </a:r>
            <a:r>
              <a:rPr lang="en-US" sz="1900" kern="0" dirty="0">
                <a:effectLst/>
                <a:ea typeface="Times New Roman" panose="02020603050405020304" pitchFamily="18" charset="0"/>
              </a:rPr>
              <a:t>, *</a:t>
            </a:r>
            <a:r>
              <a:rPr lang="en-US" sz="1900" b="1" kern="0" dirty="0">
                <a:effectLst/>
                <a:ea typeface="Times New Roman" panose="02020603050405020304" pitchFamily="18" charset="0"/>
              </a:rPr>
              <a:t>EDUCATION TYPE</a:t>
            </a:r>
            <a:r>
              <a:rPr lang="en-US" sz="1900" kern="0" dirty="0">
                <a:effectLst/>
                <a:ea typeface="Times New Roman" panose="02020603050405020304" pitchFamily="18" charset="0"/>
              </a:rPr>
              <a:t>,  *</a:t>
            </a:r>
            <a:r>
              <a:rPr lang="en-US" sz="1900" b="1" kern="0" dirty="0">
                <a:effectLst/>
                <a:ea typeface="Times New Roman" panose="02020603050405020304" pitchFamily="18" charset="0"/>
              </a:rPr>
              <a:t>FAMILY</a:t>
            </a:r>
            <a:r>
              <a:rPr lang="en-US" sz="1900" b="1" kern="0" dirty="0">
                <a:ea typeface="Times New Roman" panose="02020603050405020304" pitchFamily="18" charset="0"/>
              </a:rPr>
              <a:t> </a:t>
            </a:r>
            <a:r>
              <a:rPr lang="en-US" sz="1900" b="1" kern="0" dirty="0">
                <a:effectLst/>
                <a:ea typeface="Times New Roman" panose="02020603050405020304" pitchFamily="18" charset="0"/>
              </a:rPr>
              <a:t>STATUS</a:t>
            </a:r>
            <a:r>
              <a:rPr lang="en-US" sz="1900" kern="0" dirty="0">
                <a:effectLst/>
                <a:ea typeface="Times New Roman" panose="02020603050405020304" pitchFamily="18" charset="0"/>
              </a:rPr>
              <a:t>,  *</a:t>
            </a:r>
            <a:r>
              <a:rPr lang="en-US" sz="1900" b="1" kern="0" dirty="0">
                <a:effectLst/>
                <a:ea typeface="Times New Roman" panose="02020603050405020304" pitchFamily="18" charset="0"/>
              </a:rPr>
              <a:t>HOUSING</a:t>
            </a:r>
            <a:r>
              <a:rPr lang="en-US" sz="1900" b="1" kern="0" dirty="0">
                <a:ea typeface="Times New Roman" panose="02020603050405020304" pitchFamily="18" charset="0"/>
              </a:rPr>
              <a:t> </a:t>
            </a:r>
            <a:r>
              <a:rPr lang="en-US" sz="1900" b="1" kern="0" dirty="0">
                <a:effectLst/>
                <a:ea typeface="Times New Roman" panose="02020603050405020304" pitchFamily="18" charset="0"/>
              </a:rPr>
              <a:t>TYPE</a:t>
            </a:r>
            <a:r>
              <a:rPr lang="en-US" sz="1900" kern="0" dirty="0">
                <a:effectLst/>
                <a:ea typeface="Times New Roman" panose="02020603050405020304" pitchFamily="18" charset="0"/>
              </a:rPr>
              <a:t>,  *</a:t>
            </a:r>
            <a:r>
              <a:rPr lang="en-US" sz="1900" b="1" kern="0" dirty="0">
                <a:effectLst/>
                <a:ea typeface="Times New Roman" panose="02020603050405020304" pitchFamily="18" charset="0"/>
              </a:rPr>
              <a:t>age</a:t>
            </a:r>
            <a:r>
              <a:rPr lang="en-US" sz="1900" kern="0" dirty="0">
                <a:effectLst/>
                <a:ea typeface="Times New Roman" panose="02020603050405020304" pitchFamily="18" charset="0"/>
              </a:rPr>
              <a:t>,  *</a:t>
            </a:r>
            <a:r>
              <a:rPr lang="en-US" sz="1900" b="1" kern="0" dirty="0">
                <a:effectLst/>
                <a:ea typeface="Times New Roman" panose="02020603050405020304" pitchFamily="18" charset="0"/>
              </a:rPr>
              <a:t>Days EMPLOYED</a:t>
            </a:r>
            <a:r>
              <a:rPr lang="en-US" sz="1900" kern="0" dirty="0">
                <a:effectLst/>
                <a:ea typeface="Times New Roman" panose="02020603050405020304" pitchFamily="18" charset="0"/>
              </a:rPr>
              <a:t>,  *</a:t>
            </a:r>
            <a:r>
              <a:rPr lang="en-US" sz="1900" b="1" kern="0" dirty="0">
                <a:effectLst/>
                <a:ea typeface="Times New Roman" panose="02020603050405020304" pitchFamily="18" charset="0"/>
              </a:rPr>
              <a:t>OCCUPATION TYPE</a:t>
            </a:r>
            <a:r>
              <a:rPr lang="en-US" sz="1900" kern="0" dirty="0">
                <a:effectLst/>
                <a:ea typeface="Times New Roman" panose="02020603050405020304" pitchFamily="18" charset="0"/>
              </a:rPr>
              <a:t>,  Gender,  children count,  Mobile phone ownership,  Work phone ownership,  phone ownership,  EMAIL,  Family member count</a:t>
            </a:r>
          </a:p>
          <a:p>
            <a:pPr lvl="1"/>
            <a:r>
              <a:rPr lang="en-US" sz="2600" b="1" u="sng" dirty="0"/>
              <a:t>Credit data.csv</a:t>
            </a:r>
            <a:r>
              <a:rPr lang="en-US" sz="2600" baseline="300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600" dirty="0"/>
              <a:t>—</a:t>
            </a:r>
            <a:r>
              <a:rPr lang="en-US" sz="2400" dirty="0"/>
              <a:t>Stores monthly credit history for some of those customers</a:t>
            </a:r>
            <a:r>
              <a:rPr lang="en-US" sz="2400" b="1" dirty="0"/>
              <a:t>.</a:t>
            </a:r>
          </a:p>
          <a:p>
            <a:pPr lvl="2"/>
            <a:r>
              <a:rPr lang="en-US" sz="2100" b="1" u="sng" kern="0" dirty="0">
                <a:ea typeface="Times New Roman" panose="02020603050405020304" pitchFamily="18" charset="0"/>
              </a:rPr>
              <a:t>2</a:t>
            </a:r>
            <a:r>
              <a:rPr lang="en-US" sz="2100" b="1" u="sng" kern="0" dirty="0">
                <a:effectLst/>
                <a:ea typeface="Times New Roman" panose="02020603050405020304" pitchFamily="18" charset="0"/>
              </a:rPr>
              <a:t> attributes</a:t>
            </a:r>
            <a:r>
              <a:rPr lang="en-US" sz="2100" b="1" kern="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100" kern="0" dirty="0">
                <a:effectLst/>
                <a:ea typeface="Times New Roman" panose="02020603050405020304" pitchFamily="18" charset="0"/>
              </a:rPr>
              <a:t>(1 Predictor): </a:t>
            </a:r>
            <a:r>
              <a:rPr lang="en-US" sz="1900" kern="0" dirty="0">
                <a:ea typeface="Times New Roman" panose="02020603050405020304" pitchFamily="18" charset="0"/>
              </a:rPr>
              <a:t>ID, *</a:t>
            </a:r>
            <a:r>
              <a:rPr lang="en-US" sz="1900" b="1" kern="0" dirty="0">
                <a:effectLst/>
                <a:ea typeface="Times New Roman" panose="02020603050405020304" pitchFamily="18" charset="0"/>
              </a:rPr>
              <a:t>Credit History Length</a:t>
            </a:r>
          </a:p>
          <a:p>
            <a:pPr lvl="2"/>
            <a:r>
              <a:rPr lang="en-US" sz="2100" b="1" u="sng" kern="0" dirty="0">
                <a:ea typeface="Times New Roman" panose="02020603050405020304" pitchFamily="18" charset="0"/>
              </a:rPr>
              <a:t>1 Target</a:t>
            </a:r>
            <a:r>
              <a:rPr lang="en-US" sz="2100" kern="0" dirty="0">
                <a:ea typeface="Times New Roman" panose="02020603050405020304" pitchFamily="18" charset="0"/>
              </a:rPr>
              <a:t>: payment status</a:t>
            </a:r>
          </a:p>
          <a:p>
            <a:pPr marL="914400" lvl="2" indent="0">
              <a:buNone/>
            </a:pPr>
            <a:endParaRPr lang="en-US" sz="1700" kern="0" dirty="0"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kern="0" dirty="0">
                <a:ea typeface="Times New Roman" panose="02020603050405020304" pitchFamily="18" charset="0"/>
              </a:rPr>
              <a:t>*</a:t>
            </a:r>
            <a:r>
              <a:rPr lang="en-US" sz="1900" u="sng" kern="0" dirty="0">
                <a:ea typeface="Times New Roman" panose="02020603050405020304" pitchFamily="18" charset="0"/>
              </a:rPr>
              <a:t>Note</a:t>
            </a:r>
            <a:r>
              <a:rPr lang="en-US" sz="1900" kern="0" dirty="0">
                <a:ea typeface="Times New Roman" panose="02020603050405020304" pitchFamily="18" charset="0"/>
              </a:rPr>
              <a:t>:  </a:t>
            </a:r>
            <a:r>
              <a:rPr lang="en-US" sz="1900" b="1" kern="0" dirty="0">
                <a:ea typeface="Times New Roman" panose="02020603050405020304" pitchFamily="18" charset="0"/>
              </a:rPr>
              <a:t>Bold font</a:t>
            </a:r>
            <a:r>
              <a:rPr lang="en-US" sz="1900" kern="0" dirty="0">
                <a:ea typeface="Times New Roman" panose="02020603050405020304" pitchFamily="18" charset="0"/>
              </a:rPr>
              <a:t> represents a predictor.</a:t>
            </a:r>
          </a:p>
        </p:txBody>
      </p:sp>
    </p:spTree>
    <p:extLst>
      <p:ext uri="{BB962C8B-B14F-4D97-AF65-F5344CB8AC3E}">
        <p14:creationId xmlns:p14="http://schemas.microsoft.com/office/powerpoint/2010/main" val="2442642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C53EF-BD35-1310-16C2-449543D92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F193B9-7F91-A689-4D9A-9CB3BCDE5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760" y="0"/>
            <a:ext cx="5730240" cy="33499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5AF375-746F-35FB-815F-17F286C380ED}"/>
              </a:ext>
            </a:extLst>
          </p:cNvPr>
          <p:cNvSpPr txBox="1"/>
          <p:nvPr/>
        </p:nvSpPr>
        <p:spPr>
          <a:xfrm>
            <a:off x="118010" y="5367779"/>
            <a:ext cx="5721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Figure 1</a:t>
            </a:r>
            <a:r>
              <a:rPr lang="en-US" sz="1600" dirty="0"/>
              <a:t>: (top) A bar plot illustrating the two classes of credit card clients. (bottom) A tabular view of the classes’ value counts. These classes will be used for a machine learning model to solve this binary classification problem.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63C5CE-CD02-609F-01AE-A70299E7C59A}"/>
              </a:ext>
            </a:extLst>
          </p:cNvPr>
          <p:cNvSpPr txBox="1"/>
          <p:nvPr/>
        </p:nvSpPr>
        <p:spPr>
          <a:xfrm>
            <a:off x="6364224" y="3544590"/>
            <a:ext cx="560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Figure 2</a:t>
            </a:r>
            <a:r>
              <a:rPr lang="en-US" sz="1600" dirty="0"/>
              <a:t>: A heatmap illustrating the correlation between credit history status and the 11 predictors used (plus the ID).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1193D8-3FAB-C6F8-470D-F41C4B89E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69408" cy="33499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70578B-5495-D162-024C-CF51A8389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38" y="3566366"/>
            <a:ext cx="4707734" cy="156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662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7400B-08CA-0C54-9E2E-CE98586F3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387023"/>
            <a:ext cx="10364451" cy="1596177"/>
          </a:xfrm>
        </p:spPr>
        <p:txBody>
          <a:bodyPr/>
          <a:lstStyle/>
          <a:p>
            <a:r>
              <a:rPr lang="en-US" dirty="0"/>
              <a:t>The Machine Learning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3BE06-BA92-7C89-AF43-A3072BFCAB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112449"/>
            <a:ext cx="10363826" cy="3424107"/>
          </a:xfrm>
        </p:spPr>
        <p:txBody>
          <a:bodyPr/>
          <a:lstStyle/>
          <a:p>
            <a:r>
              <a:rPr lang="en-US" b="1" u="sng" dirty="0"/>
              <a:t>Algorithm</a:t>
            </a:r>
            <a:r>
              <a:rPr lang="en-US" dirty="0"/>
              <a:t>: k-neighbors Classifier</a:t>
            </a:r>
          </a:p>
          <a:p>
            <a:pPr lvl="1"/>
            <a:r>
              <a:rPr lang="en-US" dirty="0"/>
              <a:t>Relationships between </a:t>
            </a:r>
            <a:r>
              <a:rPr lang="en-US" b="1" u="sng" dirty="0"/>
              <a:t>target</a:t>
            </a:r>
            <a:r>
              <a:rPr lang="en-US" dirty="0"/>
              <a:t> (Creditworthiness) and </a:t>
            </a:r>
            <a:r>
              <a:rPr lang="en-US" b="1" u="sng" dirty="0"/>
              <a:t>predictors</a:t>
            </a:r>
            <a:r>
              <a:rPr lang="en-US" dirty="0"/>
              <a:t> (over a dozen) are not linear.</a:t>
            </a:r>
          </a:p>
          <a:p>
            <a:pPr lvl="1"/>
            <a:r>
              <a:rPr lang="en-US" dirty="0"/>
              <a:t>A supervised Learning Technique is required.</a:t>
            </a:r>
          </a:p>
          <a:p>
            <a:pPr lvl="1"/>
            <a:r>
              <a:rPr lang="en-US" dirty="0"/>
              <a:t>K-neighbors classifier is simple yet effective.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6366C-36DF-11DE-9588-964B18A80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361" y="4748075"/>
            <a:ext cx="4780257" cy="19817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B41E32-0A94-5DDA-C1D1-D385D6010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553" y="4293084"/>
            <a:ext cx="5744918" cy="3257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5797B8-E41B-FD47-80E3-9941F8A47FDB}"/>
              </a:ext>
            </a:extLst>
          </p:cNvPr>
          <p:cNvSpPr txBox="1"/>
          <p:nvPr/>
        </p:nvSpPr>
        <p:spPr>
          <a:xfrm>
            <a:off x="8203705" y="4736798"/>
            <a:ext cx="19638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Figure 3</a:t>
            </a:r>
            <a:r>
              <a:rPr lang="en-US" sz="1600" dirty="0"/>
              <a:t>: Python implementation of a k-Neighbors Classifier model.</a:t>
            </a:r>
          </a:p>
        </p:txBody>
      </p:sp>
    </p:spTree>
    <p:extLst>
      <p:ext uri="{BB962C8B-B14F-4D97-AF65-F5344CB8AC3E}">
        <p14:creationId xmlns:p14="http://schemas.microsoft.com/office/powerpoint/2010/main" val="868741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84D7F-88B3-102D-8134-7FA9A0090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8887B-A227-D77D-7CD0-801F8ED3C7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0294"/>
            <a:ext cx="10363826" cy="392597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Splitting the data</a:t>
            </a:r>
          </a:p>
          <a:p>
            <a:pPr lvl="1"/>
            <a:r>
              <a:rPr lang="en-US" dirty="0"/>
              <a:t>70% </a:t>
            </a:r>
            <a:r>
              <a:rPr lang="en-US" b="1" u="sng" dirty="0"/>
              <a:t>Training Data</a:t>
            </a:r>
            <a:r>
              <a:rPr lang="en-US" dirty="0"/>
              <a:t>, 30% </a:t>
            </a:r>
            <a:r>
              <a:rPr lang="en-US" b="1" u="sng" dirty="0"/>
              <a:t>Test data</a:t>
            </a:r>
          </a:p>
          <a:p>
            <a:pPr lvl="1"/>
            <a:endParaRPr lang="en-US" b="1" u="sng" dirty="0"/>
          </a:p>
          <a:p>
            <a:pPr lvl="1"/>
            <a:endParaRPr lang="en-US" b="1" u="sng" dirty="0"/>
          </a:p>
          <a:p>
            <a:pPr marL="457200" lvl="1" indent="0">
              <a:buNone/>
            </a:pPr>
            <a:endParaRPr lang="en-US" b="1" u="sng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Utilizing appropriate performance metrics</a:t>
            </a:r>
          </a:p>
          <a:p>
            <a:pPr lvl="1"/>
            <a:r>
              <a:rPr lang="en-US" b="1" u="sng" dirty="0"/>
              <a:t>F1-score</a:t>
            </a:r>
            <a:r>
              <a:rPr lang="en-US" dirty="0"/>
              <a:t> (Benchmark of 0.80)</a:t>
            </a:r>
          </a:p>
          <a:p>
            <a:pPr lvl="1"/>
            <a:r>
              <a:rPr lang="en-US" b="1" u="sng" dirty="0"/>
              <a:t>Precision score</a:t>
            </a:r>
            <a:r>
              <a:rPr lang="en-US" dirty="0"/>
              <a:t> (Benchmark of 0.85)</a:t>
            </a:r>
          </a:p>
          <a:p>
            <a:pPr lvl="1"/>
            <a:r>
              <a:rPr lang="en-US" b="1" u="sng" dirty="0"/>
              <a:t>Mean of stratified k-Fold Cross Validation score</a:t>
            </a:r>
            <a:r>
              <a:rPr lang="en-US" b="1" dirty="0"/>
              <a:t> </a:t>
            </a:r>
            <a:r>
              <a:rPr lang="en-US" kern="100" dirty="0">
                <a:solidFill>
                  <a:schemeClr val="tx2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 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lvl="1"/>
            <a:endParaRPr lang="en-US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A31351-3F97-A4E3-950E-B09993538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741" y="2943935"/>
            <a:ext cx="10017892" cy="108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247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FF05E-8854-FE01-F557-C83F17B1B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416882"/>
            <a:ext cx="10364451" cy="1314455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992EA8-3A29-C93C-FC3E-A2AB12B6B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9756" y="3185219"/>
            <a:ext cx="10363826" cy="1061908"/>
          </a:xfrm>
        </p:spPr>
        <p:txBody>
          <a:bodyPr/>
          <a:lstStyle/>
          <a:p>
            <a:r>
              <a:rPr lang="en-US" sz="2000" dirty="0"/>
              <a:t>K-NEIGHBORS CLASSIFIER (WHILE TUNING HYPERPARAMETERS)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F3725-3D80-7B18-267F-90ABCD048CAB}"/>
              </a:ext>
            </a:extLst>
          </p:cNvPr>
          <p:cNvSpPr txBox="1"/>
          <p:nvPr/>
        </p:nvSpPr>
        <p:spPr>
          <a:xfrm>
            <a:off x="659756" y="1866779"/>
            <a:ext cx="729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K-NEIGHBORS CLASSIFIER (DEFAULT HYPERPARAMETERS)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0750E7-DBD8-1BB3-93E9-3F914BB60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81" y="2511138"/>
            <a:ext cx="2917331" cy="543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744122-E01B-4E3A-B4C3-319BA5F2E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771" y="2521237"/>
            <a:ext cx="2917331" cy="5338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F70DD5-FE61-9378-8115-A0D69D967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757" y="2519096"/>
            <a:ext cx="5149945" cy="2867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5E0379-5A2C-DD2F-5A38-C3A9CEBAC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46" y="3783007"/>
            <a:ext cx="7551888" cy="27570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C8CD7D-5742-C7C3-015E-69CEE045FA3F}"/>
              </a:ext>
            </a:extLst>
          </p:cNvPr>
          <p:cNvSpPr txBox="1"/>
          <p:nvPr/>
        </p:nvSpPr>
        <p:spPr>
          <a:xfrm>
            <a:off x="8311214" y="3964758"/>
            <a:ext cx="25190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Figure 4</a:t>
            </a:r>
            <a:r>
              <a:rPr lang="en-US" sz="1600" dirty="0"/>
              <a:t>: Metric results after re-running the model seven additional times, once for each value of the </a:t>
            </a:r>
            <a:r>
              <a:rPr lang="en-US" sz="1600" i="1" dirty="0"/>
              <a:t>k</a:t>
            </a:r>
            <a:r>
              <a:rPr lang="en-US" sz="1600" dirty="0"/>
              <a:t> hyperparameter.</a:t>
            </a:r>
          </a:p>
        </p:txBody>
      </p:sp>
    </p:spTree>
    <p:extLst>
      <p:ext uri="{BB962C8B-B14F-4D97-AF65-F5344CB8AC3E}">
        <p14:creationId xmlns:p14="http://schemas.microsoft.com/office/powerpoint/2010/main" val="1986165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E1D68-68B1-A167-D08C-78CE0A288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342352"/>
            <a:ext cx="10364451" cy="1596177"/>
          </a:xfrm>
        </p:spPr>
        <p:txBody>
          <a:bodyPr/>
          <a:lstStyle/>
          <a:p>
            <a:r>
              <a:rPr lang="en-US" dirty="0"/>
              <a:t>WHAT IS THE TAKE-HOME MESSAGE 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D7B5A-3F76-0437-E5F3-B3B5C4FB1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149" y="1597153"/>
            <a:ext cx="10363826" cy="4815840"/>
          </a:xfrm>
        </p:spPr>
        <p:txBody>
          <a:bodyPr>
            <a:normAutofit/>
          </a:bodyPr>
          <a:lstStyle/>
          <a:p>
            <a:r>
              <a:rPr lang="en-US" sz="2800" i="1" dirty="0"/>
              <a:t>My</a:t>
            </a:r>
            <a:r>
              <a:rPr lang="en-US" sz="2800" dirty="0"/>
              <a:t> Model (k-neighbors Classifier)</a:t>
            </a:r>
          </a:p>
          <a:p>
            <a:pPr lvl="1"/>
            <a:r>
              <a:rPr lang="en-US" sz="2200" b="1" u="sng" dirty="0"/>
              <a:t>F1-score</a:t>
            </a:r>
            <a:r>
              <a:rPr lang="en-US" sz="2200" dirty="0"/>
              <a:t> between </a:t>
            </a:r>
            <a:r>
              <a:rPr lang="en-US" sz="2200" b="1" dirty="0"/>
              <a:t>0.93</a:t>
            </a:r>
            <a:r>
              <a:rPr lang="en-US" sz="2200" dirty="0"/>
              <a:t> and </a:t>
            </a:r>
            <a:r>
              <a:rPr lang="en-US" sz="2200" b="1" dirty="0"/>
              <a:t>1.00 </a:t>
            </a:r>
            <a:r>
              <a:rPr lang="en-US" sz="2200" dirty="0"/>
              <a:t>(surpasses 0.80 benchmark)</a:t>
            </a:r>
          </a:p>
          <a:p>
            <a:pPr lvl="1"/>
            <a:r>
              <a:rPr lang="en-US" sz="2200" b="1" u="sng" dirty="0"/>
              <a:t>Precision</a:t>
            </a:r>
            <a:r>
              <a:rPr lang="en-US" sz="2200" dirty="0"/>
              <a:t> between </a:t>
            </a:r>
            <a:r>
              <a:rPr lang="en-US" sz="2200" b="1" dirty="0"/>
              <a:t>0.88</a:t>
            </a:r>
            <a:r>
              <a:rPr lang="en-US" sz="2200" dirty="0"/>
              <a:t> and </a:t>
            </a:r>
            <a:r>
              <a:rPr lang="en-US" sz="2200" b="1" dirty="0"/>
              <a:t>1.00</a:t>
            </a:r>
            <a:r>
              <a:rPr lang="en-US" sz="2200" dirty="0"/>
              <a:t> (surpasses 0.85 benchmark)</a:t>
            </a:r>
            <a:endParaRPr lang="en-US" sz="2800" dirty="0"/>
          </a:p>
          <a:p>
            <a:r>
              <a:rPr lang="en-US" sz="2800" dirty="0"/>
              <a:t>My </a:t>
            </a:r>
            <a:r>
              <a:rPr lang="en-US" sz="2800" i="1" dirty="0"/>
              <a:t>source’s</a:t>
            </a:r>
            <a:r>
              <a:rPr lang="en-US" sz="2800" dirty="0"/>
              <a:t> Models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Logistic regression</a:t>
            </a:r>
            <a:r>
              <a:rPr lang="en-US" kern="100" dirty="0">
                <a:solidFill>
                  <a:schemeClr val="tx2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 </a:t>
            </a:r>
            <a:endParaRPr lang="en-US" dirty="0"/>
          </a:p>
          <a:p>
            <a:pPr lvl="2"/>
            <a:r>
              <a:rPr lang="en-US" sz="2000" b="1" u="sng" dirty="0"/>
              <a:t>F1-score</a:t>
            </a:r>
            <a:r>
              <a:rPr lang="en-US" sz="2000" dirty="0"/>
              <a:t> of </a:t>
            </a:r>
            <a:r>
              <a:rPr lang="en-US" sz="2000" b="1" dirty="0"/>
              <a:t>0.75 </a:t>
            </a:r>
            <a:endParaRPr lang="en-US" sz="2000" dirty="0"/>
          </a:p>
          <a:p>
            <a:pPr lvl="2"/>
            <a:r>
              <a:rPr lang="en-US" sz="2000" b="1" u="sng" dirty="0"/>
              <a:t>Precision</a:t>
            </a:r>
            <a:r>
              <a:rPr lang="en-US" sz="2000" dirty="0"/>
              <a:t> of </a:t>
            </a:r>
            <a:r>
              <a:rPr lang="en-US" sz="2000" b="1" dirty="0"/>
              <a:t>0.75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Random Forest Classifier</a:t>
            </a:r>
            <a:r>
              <a:rPr lang="en-US" kern="100" dirty="0">
                <a:solidFill>
                  <a:schemeClr val="tx2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 </a:t>
            </a:r>
            <a:endParaRPr lang="en-US" dirty="0"/>
          </a:p>
          <a:p>
            <a:pPr lvl="2"/>
            <a:r>
              <a:rPr lang="en-US" sz="2000" b="1" u="sng" dirty="0"/>
              <a:t>F1-score</a:t>
            </a:r>
            <a:r>
              <a:rPr lang="en-US" sz="2000" dirty="0"/>
              <a:t> of </a:t>
            </a:r>
            <a:r>
              <a:rPr lang="en-US" sz="2000" b="1" dirty="0"/>
              <a:t>0.79 </a:t>
            </a:r>
            <a:endParaRPr lang="en-US" sz="2000" dirty="0"/>
          </a:p>
          <a:p>
            <a:pPr lvl="2"/>
            <a:r>
              <a:rPr lang="en-US" sz="2000" b="1" u="sng" dirty="0"/>
              <a:t>Precision</a:t>
            </a:r>
            <a:r>
              <a:rPr lang="en-US" sz="2000" dirty="0"/>
              <a:t> of </a:t>
            </a:r>
            <a:r>
              <a:rPr lang="en-US" sz="2000" b="1" dirty="0"/>
              <a:t>0.79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5354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EEE5-FC05-6989-7D96-96EA12B96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53241"/>
            <a:ext cx="10364451" cy="1596177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2C44-41A7-E9F1-B5A3-FEFD8C4783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84832"/>
            <a:ext cx="10363826" cy="3706367"/>
          </a:xfrm>
        </p:spPr>
        <p:txBody>
          <a:bodyPr>
            <a:normAutofit/>
          </a:bodyPr>
          <a:lstStyle/>
          <a:p>
            <a:pPr marL="0" marR="0" indent="0">
              <a:lnSpc>
                <a:spcPct val="110000"/>
              </a:lnSpc>
              <a:buNone/>
              <a:tabLst>
                <a:tab pos="463550" algn="l"/>
              </a:tabLst>
            </a:pPr>
            <a:r>
              <a:rPr lang="en-US" sz="1950" kern="10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950" kern="10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9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Moneyman. (2020, March 24). </a:t>
            </a:r>
            <a:r>
              <a:rPr lang="en-US" sz="195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Credit Card Approval Prediction</a:t>
            </a:r>
            <a:r>
              <a:rPr lang="en-US" sz="19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[Data set]. 	Kaggle. Retrieved October 24, 2024, from 	</a:t>
            </a:r>
            <a:r>
              <a:rPr lang="en-US" sz="1950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https://www.kaggle.com/datasets/rikdifos/credit-card-approval-</a:t>
            </a:r>
            <a:endParaRPr lang="en-US" sz="195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  <a:tabLst>
                <a:tab pos="463550" algn="l"/>
              </a:tabLst>
            </a:pPr>
            <a:r>
              <a:rPr lang="en-US" sz="1950" kern="10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950" kern="10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9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sz="195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Stratified K Fold Cross Validation</a:t>
            </a:r>
            <a:r>
              <a:rPr lang="en-US" sz="19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(2023, January 10). </a:t>
            </a:r>
            <a:r>
              <a:rPr lang="en-US" sz="195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GeeksforGeeks</a:t>
            </a:r>
            <a:r>
              <a:rPr lang="en-US" sz="19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	</a:t>
            </a:r>
            <a:r>
              <a:rPr lang="en-US" sz="1950" u="sng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https://www.geeksforgeeks.org/stratified-k-fold-cross-validation/#</a:t>
            </a:r>
            <a:r>
              <a:rPr lang="en-US" sz="1950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indent="0" defTabSz="463550">
              <a:lnSpc>
                <a:spcPct val="110000"/>
              </a:lnSpc>
              <a:buNone/>
            </a:pPr>
            <a:r>
              <a:rPr lang="en-US" sz="1950" kern="100" dirty="0">
                <a:solidFill>
                  <a:schemeClr val="tx2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1950" kern="100" dirty="0">
                <a:solidFill>
                  <a:schemeClr val="tx2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95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Hіколайченко</a:t>
            </a:r>
            <a:r>
              <a:rPr lang="en-US" sz="19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I. (2024, October 16). </a:t>
            </a:r>
            <a:r>
              <a:rPr lang="en-US" sz="1950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Credit_Card_Approval_Prediction</a:t>
            </a:r>
            <a:r>
              <a:rPr lang="en-US" sz="19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	[Jupyter Notebook] Kaggle. Retrieved </a:t>
            </a:r>
            <a:r>
              <a:rPr lang="en-US" sz="195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October 24, 2024, from </a:t>
            </a:r>
            <a:r>
              <a:rPr lang="en-US" sz="19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            	</a:t>
            </a:r>
            <a:r>
              <a:rPr lang="en-US" sz="1950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 kaggle.com/code/frotfl1pp/credit-card-approval-prediction</a:t>
            </a:r>
            <a:endParaRPr lang="en-US" sz="195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0000"/>
              </a:lnSpc>
              <a:buNone/>
            </a:pPr>
            <a:endParaRPr lang="en-US" sz="1950" dirty="0"/>
          </a:p>
          <a:p>
            <a:pPr>
              <a:lnSpc>
                <a:spcPct val="110000"/>
              </a:lnSpc>
            </a:pP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425680354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1746</TotalTime>
  <Words>590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Times New Roman</vt:lpstr>
      <vt:lpstr>Tw Cen MT</vt:lpstr>
      <vt:lpstr>Droplet</vt:lpstr>
      <vt:lpstr>CREDIT CARD APPROVAL CLASSIFICATION</vt:lpstr>
      <vt:lpstr>What is THE PROBLEM here?</vt:lpstr>
      <vt:lpstr>Sources?</vt:lpstr>
      <vt:lpstr>PowerPoint Presentation</vt:lpstr>
      <vt:lpstr>The Machine Learning Algorithm</vt:lpstr>
      <vt:lpstr>Setting up the model</vt:lpstr>
      <vt:lpstr>Results</vt:lpstr>
      <vt:lpstr>WHAT IS THE TAKE-HOME MESSAGE HERE?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billgempel@gmail.com</dc:creator>
  <cp:lastModifiedBy>billgempel@gmail.com</cp:lastModifiedBy>
  <cp:revision>1</cp:revision>
  <dcterms:created xsi:type="dcterms:W3CDTF">2024-11-13T00:16:21Z</dcterms:created>
  <dcterms:modified xsi:type="dcterms:W3CDTF">2024-11-14T22:24:14Z</dcterms:modified>
</cp:coreProperties>
</file>